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9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12.jpeg" ContentType="image/jpeg"/>
  <Override PartName="/ppt/media/image7.png" ContentType="image/png"/>
  <Override PartName="/ppt/media/image8.png" ContentType="image/png"/>
  <Override PartName="/ppt/media/image11.jpeg" ContentType="image/jpeg"/>
  <Override PartName="/ppt/media/image13.png" ContentType="image/png"/>
  <Override PartName="/ppt/media/image10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9A4D1-5706-426E-851E-E356D54118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00A675-3A6C-43EC-80B0-9602FE73AB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E5EEA1-7164-4242-89F2-F05D785ABF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3F18C3-0129-4342-BD99-AE2FAC62A2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3C6BF-C674-476F-A608-8D23CF2CE4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1043640" y="1027800"/>
            <a:ext cx="70243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5AEFE-5890-4D65-B25D-C1329281D4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D2EA4-2756-46C3-A45B-A39E801F33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451620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57BD6A-D8A8-40CF-B04D-1C148259E7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28E81E-90DC-4901-8367-1FF4394B67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1043640" y="415656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1DEB00-BF5E-425D-978C-80CB7A921F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451620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5979A2-DF5A-4413-BD2E-09AE04F3D7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33350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56264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10436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33350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56264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91AC7-BC72-47D3-9D9B-E594F3003F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BA993C-707B-43DC-868E-146F303B07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7DB4E4-A534-4C04-97B8-39CAA50D32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F03EB4-1897-4D83-898B-B9C6DADF1E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9294A5-3084-44B3-85DD-5F0E2946BA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A458BE-E5AD-4E21-A065-189E9FB924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ubTitle"/>
          </p:nvPr>
        </p:nvSpPr>
        <p:spPr>
          <a:xfrm>
            <a:off x="1043640" y="1027800"/>
            <a:ext cx="70243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1A6303-8C01-4132-B0F9-4D9A68E472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F29208-9E51-48B9-9C22-2E1DA4A832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451620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18103-BE1B-4725-B9F3-227AA26E5A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49C8B5-424E-409A-8704-59ADC537FD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1043640" y="415656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7BB23C-06D4-4891-9D03-C5065A3D11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/>
          </p:nvPr>
        </p:nvSpPr>
        <p:spPr>
          <a:xfrm>
            <a:off x="451620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1256D2-6525-434F-8083-700AE7168D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33350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56264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/>
          </p:nvPr>
        </p:nvSpPr>
        <p:spPr>
          <a:xfrm>
            <a:off x="10436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/>
          </p:nvPr>
        </p:nvSpPr>
        <p:spPr>
          <a:xfrm>
            <a:off x="33350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/>
          </p:nvPr>
        </p:nvSpPr>
        <p:spPr>
          <a:xfrm>
            <a:off x="56264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9F8DF-4AC4-4216-87C9-429C97546C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920E948-AAE2-4527-9E73-ECC6A93BDE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ubTitle"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E7685A7-A1FD-4413-B15B-7C7A541951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B6DDD0-DBC5-4F46-9190-FD69CA7DE6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849C39-1B07-4224-BCA5-20E0C63120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3F40E40-8321-4A69-8BF3-747BA6D3CA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ubTitle"/>
          </p:nvPr>
        </p:nvSpPr>
        <p:spPr>
          <a:xfrm>
            <a:off x="1043640" y="1027800"/>
            <a:ext cx="70243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A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E195434-6950-435C-8CA6-5D3DEEAE5C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8C25069-CA80-4EA1-9177-3BE4859045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35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451620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5F5E07-170C-4F7F-B4D7-2557D8AF42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D7E485F-D741-460D-8265-3CECD8D9DB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1043640" y="4156560"/>
            <a:ext cx="677700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5C69232-6F92-424D-AAB3-7193BB3AED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516200" y="232380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104364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4516200" y="4156560"/>
            <a:ext cx="3306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280022-9B0F-4378-9302-8D85DB6395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33350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5626440" y="232380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/>
          </p:nvPr>
        </p:nvSpPr>
        <p:spPr>
          <a:xfrm>
            <a:off x="10436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/>
          </p:nvPr>
        </p:nvSpPr>
        <p:spPr>
          <a:xfrm>
            <a:off x="33350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291" name="PlaceHolder 7"/>
          <p:cNvSpPr>
            <a:spLocks noGrp="1"/>
          </p:cNvSpPr>
          <p:nvPr>
            <p:ph/>
          </p:nvPr>
        </p:nvSpPr>
        <p:spPr>
          <a:xfrm>
            <a:off x="5626440" y="4156560"/>
            <a:ext cx="2181960" cy="167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F2F01AD-DF39-4598-8210-3957D6864D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a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1"/>
          <p:cNvGrpSpPr/>
          <p:nvPr/>
        </p:nvGrpSpPr>
        <p:grpSpPr>
          <a:xfrm>
            <a:off x="-567360" y="0"/>
            <a:ext cx="10458360" cy="7116480"/>
            <a:chOff x="-567360" y="0"/>
            <a:chExt cx="10458360" cy="7116480"/>
          </a:xfrm>
        </p:grpSpPr>
        <p:grpSp>
          <p:nvGrpSpPr>
            <p:cNvPr id="1" name="Group 44"/>
            <p:cNvGrpSpPr/>
            <p:nvPr/>
          </p:nvGrpSpPr>
          <p:grpSpPr>
            <a:xfrm>
              <a:off x="77760" y="0"/>
              <a:ext cx="9144000" cy="6858000"/>
              <a:chOff x="77760" y="0"/>
              <a:chExt cx="9144000" cy="6858000"/>
            </a:xfrm>
          </p:grpSpPr>
          <p:grpSp>
            <p:nvGrpSpPr>
              <p:cNvPr id="2" name="Group 4"/>
              <p:cNvGrpSpPr/>
              <p:nvPr/>
            </p:nvGrpSpPr>
            <p:grpSpPr>
              <a:xfrm>
                <a:off x="77760" y="0"/>
                <a:ext cx="2514240" cy="6857640"/>
                <a:chOff x="77760" y="0"/>
                <a:chExt cx="2514240" cy="6857640"/>
              </a:xfrm>
            </p:grpSpPr>
            <p:sp>
              <p:nvSpPr>
                <p:cNvPr id="3" name="Rectangle 112"/>
                <p:cNvSpPr/>
                <p:nvPr/>
              </p:nvSpPr>
              <p:spPr>
                <a:xfrm>
                  <a:off x="99216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4" name="Rectangle 2"/>
                <p:cNvSpPr/>
                <p:nvPr/>
              </p:nvSpPr>
              <p:spPr>
                <a:xfrm>
                  <a:off x="7776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" name="Rectangle 3"/>
                <p:cNvSpPr/>
                <p:nvPr/>
              </p:nvSpPr>
              <p:spPr>
                <a:xfrm>
                  <a:off x="30636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6" name="Group 5"/>
              <p:cNvGrpSpPr/>
              <p:nvPr/>
            </p:nvGrpSpPr>
            <p:grpSpPr>
              <a:xfrm>
                <a:off x="500400" y="0"/>
                <a:ext cx="2514240" cy="6857640"/>
                <a:chOff x="500400" y="0"/>
                <a:chExt cx="2514240" cy="6857640"/>
              </a:xfrm>
            </p:grpSpPr>
            <p:sp>
              <p:nvSpPr>
                <p:cNvPr id="7" name="Rectangle 109"/>
                <p:cNvSpPr/>
                <p:nvPr/>
              </p:nvSpPr>
              <p:spPr>
                <a:xfrm>
                  <a:off x="141480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8" name="Rectangle 110"/>
                <p:cNvSpPr/>
                <p:nvPr/>
              </p:nvSpPr>
              <p:spPr>
                <a:xfrm>
                  <a:off x="50040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9" name="Rectangle 111"/>
                <p:cNvSpPr/>
                <p:nvPr/>
              </p:nvSpPr>
              <p:spPr>
                <a:xfrm>
                  <a:off x="72900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6707520" y="360"/>
                <a:ext cx="2514240" cy="6857640"/>
                <a:chOff x="6707520" y="360"/>
                <a:chExt cx="2514240" cy="6857640"/>
              </a:xfrm>
            </p:grpSpPr>
            <p:sp>
              <p:nvSpPr>
                <p:cNvPr id="11" name="Rectangle 106"/>
                <p:cNvSpPr/>
                <p:nvPr/>
              </p:nvSpPr>
              <p:spPr>
                <a:xfrm rot="10800000">
                  <a:off x="6707520" y="36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2" name="Rectangle 107"/>
                <p:cNvSpPr/>
                <p:nvPr/>
              </p:nvSpPr>
              <p:spPr>
                <a:xfrm rot="10800000">
                  <a:off x="8764920" y="36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" name="Rectangle 108"/>
                <p:cNvSpPr/>
                <p:nvPr/>
              </p:nvSpPr>
              <p:spPr>
                <a:xfrm rot="10800000">
                  <a:off x="8231400" y="36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4" name="Rectangle 103"/>
              <p:cNvSpPr/>
              <p:nvPr/>
            </p:nvSpPr>
            <p:spPr>
              <a:xfrm>
                <a:off x="3887640" y="0"/>
                <a:ext cx="28191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" name="Rectangle 104"/>
              <p:cNvSpPr/>
              <p:nvPr/>
            </p:nvSpPr>
            <p:spPr>
              <a:xfrm>
                <a:off x="2973240" y="0"/>
                <a:ext cx="45684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" name="Rectangle 105"/>
              <p:cNvSpPr/>
              <p:nvPr/>
            </p:nvSpPr>
            <p:spPr>
              <a:xfrm>
                <a:off x="3201840" y="0"/>
                <a:ext cx="7617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7" name="Freeform 43"/>
            <p:cNvSpPr/>
            <p:nvPr/>
          </p:nvSpPr>
          <p:spPr>
            <a:xfrm>
              <a:off x="65880" y="5034960"/>
              <a:ext cx="9143640" cy="1175400"/>
            </a:xfrm>
            <a:custGeom>
              <a:avLst/>
              <a:gdLst/>
              <a:ahLst/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" name="Freeform 44"/>
            <p:cNvSpPr/>
            <p:nvPr/>
          </p:nvSpPr>
          <p:spPr>
            <a:xfrm>
              <a:off x="65880" y="3467520"/>
              <a:ext cx="9143640" cy="890280"/>
            </a:xfrm>
            <a:custGeom>
              <a:avLst/>
              <a:gdLst/>
              <a:ahLst/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" name="Freeform 45"/>
            <p:cNvSpPr/>
            <p:nvPr/>
          </p:nvSpPr>
          <p:spPr>
            <a:xfrm>
              <a:off x="54000" y="5640840"/>
              <a:ext cx="3004200" cy="1211040"/>
            </a:xfrm>
            <a:custGeom>
              <a:avLst/>
              <a:gdLst/>
              <a:ahLst/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" name="Freeform 46"/>
            <p:cNvSpPr/>
            <p:nvPr/>
          </p:nvSpPr>
          <p:spPr>
            <a:xfrm>
              <a:off x="65880" y="5284440"/>
              <a:ext cx="9143640" cy="1478160"/>
            </a:xfrm>
            <a:custGeom>
              <a:avLst/>
              <a:gdLst/>
              <a:ahLst/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" name="Freeform 48"/>
            <p:cNvSpPr/>
            <p:nvPr/>
          </p:nvSpPr>
          <p:spPr>
            <a:xfrm>
              <a:off x="2215080" y="5132160"/>
              <a:ext cx="6982200" cy="1719720"/>
            </a:xfrm>
            <a:custGeom>
              <a:avLst/>
              <a:gdLst/>
              <a:ahLst/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" name="Hexagon 49"/>
            <p:cNvSpPr/>
            <p:nvPr/>
          </p:nvSpPr>
          <p:spPr>
            <a:xfrm rot="1800000">
              <a:off x="307368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" name="Hexagon 50"/>
            <p:cNvSpPr/>
            <p:nvPr/>
          </p:nvSpPr>
          <p:spPr>
            <a:xfrm rot="1800000">
              <a:off x="379764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" name="Hexagon 51"/>
            <p:cNvSpPr/>
            <p:nvPr/>
          </p:nvSpPr>
          <p:spPr>
            <a:xfrm rot="1800000">
              <a:off x="3807360" y="15922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" name="Hexagon 52"/>
            <p:cNvSpPr/>
            <p:nvPr/>
          </p:nvSpPr>
          <p:spPr>
            <a:xfrm rot="1800000">
              <a:off x="3054600" y="3254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" name="Hexagon 53"/>
            <p:cNvSpPr/>
            <p:nvPr/>
          </p:nvSpPr>
          <p:spPr>
            <a:xfrm rot="1800000">
              <a:off x="4540680" y="53830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" name="Freeform 54"/>
            <p:cNvSpPr/>
            <p:nvPr/>
          </p:nvSpPr>
          <p:spPr>
            <a:xfrm rot="1800000">
              <a:off x="-304560" y="4201200"/>
              <a:ext cx="1261080" cy="1387800"/>
            </a:xfrm>
            <a:custGeom>
              <a:avLst/>
              <a:gdLst/>
              <a:ahLst/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" name="Hexagon 55"/>
            <p:cNvSpPr/>
            <p:nvPr/>
          </p:nvSpPr>
          <p:spPr>
            <a:xfrm rot="1800000">
              <a:off x="101880" y="54021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" name="Hexagon 56"/>
            <p:cNvSpPr/>
            <p:nvPr/>
          </p:nvSpPr>
          <p:spPr>
            <a:xfrm rot="1800000">
              <a:off x="130680" y="284940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" name="Hexagon 57"/>
            <p:cNvSpPr/>
            <p:nvPr/>
          </p:nvSpPr>
          <p:spPr>
            <a:xfrm rot="1800000">
              <a:off x="85428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" name="Hexagon 58"/>
            <p:cNvSpPr/>
            <p:nvPr/>
          </p:nvSpPr>
          <p:spPr>
            <a:xfrm rot="1800000">
              <a:off x="1587960" y="54115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" name="Hexagon 59"/>
            <p:cNvSpPr/>
            <p:nvPr/>
          </p:nvSpPr>
          <p:spPr>
            <a:xfrm rot="1800000">
              <a:off x="160704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" name="Hexagon 94"/>
            <p:cNvSpPr/>
            <p:nvPr/>
          </p:nvSpPr>
          <p:spPr>
            <a:xfrm rot="1800000">
              <a:off x="873360" y="1563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" name="Hexagon 95"/>
            <p:cNvSpPr/>
            <p:nvPr/>
          </p:nvSpPr>
          <p:spPr>
            <a:xfrm rot="1800000">
              <a:off x="6883920" y="41446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5" name="Hexagon 96"/>
            <p:cNvSpPr/>
            <p:nvPr/>
          </p:nvSpPr>
          <p:spPr>
            <a:xfrm rot="1800000">
              <a:off x="7626600" y="54212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" name="Hexagon 97"/>
            <p:cNvSpPr/>
            <p:nvPr/>
          </p:nvSpPr>
          <p:spPr>
            <a:xfrm rot="1800000">
              <a:off x="7626600" y="2868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7" name="Freeform 98"/>
            <p:cNvSpPr/>
            <p:nvPr/>
          </p:nvSpPr>
          <p:spPr>
            <a:xfrm rot="1800000">
              <a:off x="8384040" y="4055400"/>
              <a:ext cx="1243080" cy="1387800"/>
            </a:xfrm>
            <a:custGeom>
              <a:avLst/>
              <a:gdLst/>
              <a:ahLst/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" name="Freeform 99"/>
            <p:cNvSpPr/>
            <p:nvPr/>
          </p:nvSpPr>
          <p:spPr>
            <a:xfrm rot="1800000">
              <a:off x="8384040" y="1511280"/>
              <a:ext cx="1241640" cy="1388520"/>
            </a:xfrm>
            <a:custGeom>
              <a:avLst/>
              <a:gdLst/>
              <a:ahLst/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9" name="Rectangle 65"/>
          <p:cNvSpPr/>
          <p:nvPr/>
        </p:nvSpPr>
        <p:spPr>
          <a:xfrm>
            <a:off x="457200" y="333360"/>
            <a:ext cx="8229240" cy="618516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Rectangle 69"/>
          <p:cNvSpPr/>
          <p:nvPr/>
        </p:nvSpPr>
        <p:spPr>
          <a:xfrm>
            <a:off x="4561200" y="-21600"/>
            <a:ext cx="3678840" cy="698760"/>
          </a:xfrm>
          <a:prstGeom prst="rect">
            <a:avLst/>
          </a:prstGeom>
          <a:solidFill>
            <a:srgbClr val="f5f5f5"/>
          </a:solidFill>
          <a:ln>
            <a:solidFill>
              <a:srgbClr val="caf278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" name="Rectangle 70"/>
          <p:cNvSpPr/>
          <p:nvPr/>
        </p:nvSpPr>
        <p:spPr>
          <a:xfrm>
            <a:off x="4649040" y="-21600"/>
            <a:ext cx="3504960" cy="623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2" name="Group 42"/>
          <p:cNvGrpSpPr/>
          <p:nvPr/>
        </p:nvGrpSpPr>
        <p:grpSpPr>
          <a:xfrm>
            <a:off x="-644760" y="0"/>
            <a:ext cx="10458000" cy="7116480"/>
            <a:chOff x="-644760" y="0"/>
            <a:chExt cx="10458000" cy="711648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44" name="Group 4"/>
              <p:cNvGrpSpPr/>
              <p:nvPr/>
            </p:nvGrpSpPr>
            <p:grpSpPr>
              <a:xfrm>
                <a:off x="0" y="0"/>
                <a:ext cx="2514240" cy="6857640"/>
                <a:chOff x="0" y="0"/>
                <a:chExt cx="2514240" cy="6857640"/>
              </a:xfrm>
            </p:grpSpPr>
            <p:sp>
              <p:nvSpPr>
                <p:cNvPr id="45" name="Rectangle 114"/>
                <p:cNvSpPr/>
                <p:nvPr/>
              </p:nvSpPr>
              <p:spPr>
                <a:xfrm>
                  <a:off x="91440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46" name="Rectangle 2"/>
                <p:cNvSpPr/>
                <p:nvPr/>
              </p:nvSpPr>
              <p:spPr>
                <a:xfrm>
                  <a:off x="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47" name="Rectangle 3"/>
                <p:cNvSpPr/>
                <p:nvPr/>
              </p:nvSpPr>
              <p:spPr>
                <a:xfrm>
                  <a:off x="22860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48" name="Group 5"/>
              <p:cNvGrpSpPr/>
              <p:nvPr/>
            </p:nvGrpSpPr>
            <p:grpSpPr>
              <a:xfrm>
                <a:off x="423000" y="0"/>
                <a:ext cx="2514240" cy="6857640"/>
                <a:chOff x="423000" y="0"/>
                <a:chExt cx="2514240" cy="6857640"/>
              </a:xfrm>
            </p:grpSpPr>
            <p:sp>
              <p:nvSpPr>
                <p:cNvPr id="49" name="Rectangle 84"/>
                <p:cNvSpPr/>
                <p:nvPr/>
              </p:nvSpPr>
              <p:spPr>
                <a:xfrm>
                  <a:off x="133740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0" name="Rectangle 85"/>
                <p:cNvSpPr/>
                <p:nvPr/>
              </p:nvSpPr>
              <p:spPr>
                <a:xfrm>
                  <a:off x="42300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1" name="Rectangle 113"/>
                <p:cNvSpPr/>
                <p:nvPr/>
              </p:nvSpPr>
              <p:spPr>
                <a:xfrm>
                  <a:off x="65160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52" name="Group 9"/>
              <p:cNvGrpSpPr/>
              <p:nvPr/>
            </p:nvGrpSpPr>
            <p:grpSpPr>
              <a:xfrm>
                <a:off x="6629760" y="360"/>
                <a:ext cx="2514240" cy="6857640"/>
                <a:chOff x="6629760" y="360"/>
                <a:chExt cx="2514240" cy="6857640"/>
              </a:xfrm>
            </p:grpSpPr>
            <p:sp>
              <p:nvSpPr>
                <p:cNvPr id="53" name="Rectangle 77"/>
                <p:cNvSpPr/>
                <p:nvPr/>
              </p:nvSpPr>
              <p:spPr>
                <a:xfrm rot="10800000">
                  <a:off x="6629760" y="36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4" name="Rectangle 78"/>
                <p:cNvSpPr/>
                <p:nvPr/>
              </p:nvSpPr>
              <p:spPr>
                <a:xfrm rot="10800000">
                  <a:off x="8687160" y="36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55" name="Rectangle 80"/>
                <p:cNvSpPr/>
                <p:nvPr/>
              </p:nvSpPr>
              <p:spPr>
                <a:xfrm rot="10800000">
                  <a:off x="8153640" y="36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56" name="Rectangle 74"/>
              <p:cNvSpPr/>
              <p:nvPr/>
            </p:nvSpPr>
            <p:spPr>
              <a:xfrm>
                <a:off x="3809880" y="0"/>
                <a:ext cx="28191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7" name="Rectangle 75"/>
              <p:cNvSpPr/>
              <p:nvPr/>
            </p:nvSpPr>
            <p:spPr>
              <a:xfrm>
                <a:off x="2895480" y="0"/>
                <a:ext cx="45684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8" name="Rectangle 76"/>
              <p:cNvSpPr/>
              <p:nvPr/>
            </p:nvSpPr>
            <p:spPr>
              <a:xfrm>
                <a:off x="3124080" y="0"/>
                <a:ext cx="7617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59" name="Freeform 44"/>
            <p:cNvSpPr/>
            <p:nvPr/>
          </p:nvSpPr>
          <p:spPr>
            <a:xfrm>
              <a:off x="-11880" y="5034960"/>
              <a:ext cx="9143640" cy="1175400"/>
            </a:xfrm>
            <a:custGeom>
              <a:avLst/>
              <a:gdLst/>
              <a:ahLst/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0" name="Freeform 47"/>
            <p:cNvSpPr/>
            <p:nvPr/>
          </p:nvSpPr>
          <p:spPr>
            <a:xfrm>
              <a:off x="-11880" y="3467520"/>
              <a:ext cx="9143640" cy="890280"/>
            </a:xfrm>
            <a:custGeom>
              <a:avLst/>
              <a:gdLst/>
              <a:ahLst/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1" name="Freeform 48"/>
            <p:cNvSpPr/>
            <p:nvPr/>
          </p:nvSpPr>
          <p:spPr>
            <a:xfrm>
              <a:off x="-23760" y="5640840"/>
              <a:ext cx="3004200" cy="1211040"/>
            </a:xfrm>
            <a:custGeom>
              <a:avLst/>
              <a:gdLst/>
              <a:ahLst/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2" name="Freeform 50"/>
            <p:cNvSpPr/>
            <p:nvPr/>
          </p:nvSpPr>
          <p:spPr>
            <a:xfrm>
              <a:off x="-11880" y="5284440"/>
              <a:ext cx="9143640" cy="1478160"/>
            </a:xfrm>
            <a:custGeom>
              <a:avLst/>
              <a:gdLst/>
              <a:ahLst/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" name="Freeform 51"/>
            <p:cNvSpPr/>
            <p:nvPr/>
          </p:nvSpPr>
          <p:spPr>
            <a:xfrm>
              <a:off x="2137680" y="5132160"/>
              <a:ext cx="6982200" cy="1719720"/>
            </a:xfrm>
            <a:custGeom>
              <a:avLst/>
              <a:gdLst/>
              <a:ahLst/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" name="Hexagon 52"/>
            <p:cNvSpPr/>
            <p:nvPr/>
          </p:nvSpPr>
          <p:spPr>
            <a:xfrm rot="1800000">
              <a:off x="299628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5" name="Hexagon 53"/>
            <p:cNvSpPr/>
            <p:nvPr/>
          </p:nvSpPr>
          <p:spPr>
            <a:xfrm rot="1800000">
              <a:off x="372024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Hexagon 54"/>
            <p:cNvSpPr/>
            <p:nvPr/>
          </p:nvSpPr>
          <p:spPr>
            <a:xfrm rot="1800000">
              <a:off x="3729600" y="15922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Hexagon 55"/>
            <p:cNvSpPr/>
            <p:nvPr/>
          </p:nvSpPr>
          <p:spPr>
            <a:xfrm rot="1800000">
              <a:off x="2977200" y="3254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8" name="Hexagon 56"/>
            <p:cNvSpPr/>
            <p:nvPr/>
          </p:nvSpPr>
          <p:spPr>
            <a:xfrm rot="1800000">
              <a:off x="4462920" y="53830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9" name="Freeform 57"/>
            <p:cNvSpPr/>
            <p:nvPr/>
          </p:nvSpPr>
          <p:spPr>
            <a:xfrm rot="1800000">
              <a:off x="-381960" y="4201200"/>
              <a:ext cx="1261080" cy="1387800"/>
            </a:xfrm>
            <a:custGeom>
              <a:avLst/>
              <a:gdLst/>
              <a:ahLst/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" name="Hexagon 58"/>
            <p:cNvSpPr/>
            <p:nvPr/>
          </p:nvSpPr>
          <p:spPr>
            <a:xfrm rot="1800000">
              <a:off x="24480" y="54021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" name="Hexagon 59"/>
            <p:cNvSpPr/>
            <p:nvPr/>
          </p:nvSpPr>
          <p:spPr>
            <a:xfrm rot="1800000">
              <a:off x="52920" y="284940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" name="Hexagon 60"/>
            <p:cNvSpPr/>
            <p:nvPr/>
          </p:nvSpPr>
          <p:spPr>
            <a:xfrm rot="1800000">
              <a:off x="77688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" name="Hexagon 61"/>
            <p:cNvSpPr/>
            <p:nvPr/>
          </p:nvSpPr>
          <p:spPr>
            <a:xfrm rot="1800000">
              <a:off x="1510200" y="54115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4" name="Hexagon 62"/>
            <p:cNvSpPr/>
            <p:nvPr/>
          </p:nvSpPr>
          <p:spPr>
            <a:xfrm rot="1800000">
              <a:off x="152928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" name="Hexagon 63"/>
            <p:cNvSpPr/>
            <p:nvPr/>
          </p:nvSpPr>
          <p:spPr>
            <a:xfrm rot="1800000">
              <a:off x="795960" y="1563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" name="Hexagon 64"/>
            <p:cNvSpPr/>
            <p:nvPr/>
          </p:nvSpPr>
          <p:spPr>
            <a:xfrm rot="1800000">
              <a:off x="6806160" y="41446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" name="Hexagon 65"/>
            <p:cNvSpPr/>
            <p:nvPr/>
          </p:nvSpPr>
          <p:spPr>
            <a:xfrm rot="1800000">
              <a:off x="7549200" y="54212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" name="Hexagon 66"/>
            <p:cNvSpPr/>
            <p:nvPr/>
          </p:nvSpPr>
          <p:spPr>
            <a:xfrm rot="1800000">
              <a:off x="7549200" y="2868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" name="Freeform 67"/>
            <p:cNvSpPr/>
            <p:nvPr/>
          </p:nvSpPr>
          <p:spPr>
            <a:xfrm rot="1800000">
              <a:off x="8306280" y="4055400"/>
              <a:ext cx="1243080" cy="1387800"/>
            </a:xfrm>
            <a:custGeom>
              <a:avLst/>
              <a:gdLst/>
              <a:ahLst/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" name="Freeform 68"/>
            <p:cNvSpPr/>
            <p:nvPr/>
          </p:nvSpPr>
          <p:spPr>
            <a:xfrm rot="1800000">
              <a:off x="8306640" y="1511280"/>
              <a:ext cx="1241640" cy="1388520"/>
            </a:xfrm>
            <a:custGeom>
              <a:avLst/>
              <a:gdLst/>
              <a:ahLst/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1" name="Rectangle 45"/>
          <p:cNvSpPr/>
          <p:nvPr/>
        </p:nvSpPr>
        <p:spPr>
          <a:xfrm>
            <a:off x="4561200" y="-21600"/>
            <a:ext cx="3678840" cy="6271560"/>
          </a:xfrm>
          <a:prstGeom prst="rect">
            <a:avLst/>
          </a:prstGeom>
          <a:solidFill>
            <a:srgbClr val="f5f5f5"/>
          </a:solidFill>
          <a:ln>
            <a:solidFill>
              <a:srgbClr val="caf278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Rectangle 46"/>
          <p:cNvSpPr/>
          <p:nvPr/>
        </p:nvSpPr>
        <p:spPr>
          <a:xfrm>
            <a:off x="4649040" y="-21600"/>
            <a:ext cx="3504960" cy="2312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733280" y="2708640"/>
            <a:ext cx="3313080" cy="1701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3000"/>
          </a:bodyPr>
          <a:p>
            <a:pPr>
              <a:lnSpc>
                <a:spcPct val="100000"/>
              </a:lnSpc>
              <a:buNone/>
            </a:pPr>
            <a:r>
              <a:rPr b="0" lang="es-ES" sz="3600" spc="-1" strike="noStrike">
                <a:solidFill>
                  <a:srgbClr val="94c600"/>
                </a:solidFill>
                <a:latin typeface="Century Gothic"/>
              </a:rPr>
              <a:t>Haga clic para modificar el </a:t>
            </a:r>
            <a:r>
              <a:rPr b="0" lang="es-ES" sz="3600" spc="-1" strike="noStrike">
                <a:solidFill>
                  <a:srgbClr val="94c600"/>
                </a:solidFill>
                <a:latin typeface="Century Gothic"/>
              </a:rPr>
              <a:t>estilo de título del patrón</a:t>
            </a:r>
            <a:endParaRPr b="0" lang="es-E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1"/>
          </p:nvPr>
        </p:nvSpPr>
        <p:spPr>
          <a:xfrm>
            <a:off x="4738680" y="1516680"/>
            <a:ext cx="2133360" cy="75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es-ES" sz="2400" spc="-1" strike="noStrike">
                <a:solidFill>
                  <a:srgbClr val="fefefe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efefe"/>
                </a:solidFill>
                <a:latin typeface="Century Gothic"/>
              </a:rPr>
              <a:t>&lt;fecha/hora&gt;</a:t>
            </a:r>
            <a:endParaRPr b="0" lang="es-AR" sz="2400" spc="-1" strike="noStrike">
              <a:latin typeface="Times New Roman"/>
            </a:endParaRPr>
          </a:p>
        </p:txBody>
      </p:sp>
      <p:sp>
        <p:nvSpPr>
          <p:cNvPr id="85" name="Rectangle 49"/>
          <p:cNvSpPr/>
          <p:nvPr/>
        </p:nvSpPr>
        <p:spPr>
          <a:xfrm>
            <a:off x="4650840" y="6088320"/>
            <a:ext cx="3504960" cy="81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PlaceHolder 3"/>
          <p:cNvSpPr>
            <a:spLocks noGrp="1"/>
          </p:cNvSpPr>
          <p:nvPr>
            <p:ph type="ftr" idx="2"/>
          </p:nvPr>
        </p:nvSpPr>
        <p:spPr>
          <a:xfrm>
            <a:off x="5303520" y="5720040"/>
            <a:ext cx="28314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ctr">
              <a:buNone/>
              <a:defRPr b="0" lang="es-A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sldNum" idx="3"/>
          </p:nvPr>
        </p:nvSpPr>
        <p:spPr>
          <a:xfrm>
            <a:off x="4649040" y="5720040"/>
            <a:ext cx="6433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s-ES" sz="1200" spc="-1" strike="noStrike">
                <a:solidFill>
                  <a:srgbClr val="94c6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fld id="{7B284859-F6ED-4526-9F51-8C1E21C0E8DB}" type="slidenum">
              <a:rPr b="0" lang="es-ES" sz="1200" spc="-1" strike="noStrike">
                <a:solidFill>
                  <a:srgbClr val="94c600"/>
                </a:solidFill>
                <a:latin typeface="Century Gothic"/>
              </a:rPr>
              <a:t>&lt;número&gt;</a:t>
            </a:fld>
            <a:endParaRPr b="0" lang="es-AR" sz="1200" spc="-1" strike="noStrike">
              <a:latin typeface="Times New Roman"/>
            </a:endParaRPr>
          </a:p>
        </p:txBody>
      </p:sp>
      <p:sp>
        <p:nvSpPr>
          <p:cNvPr id="88" name="Rectangle 88"/>
          <p:cNvSpPr/>
          <p:nvPr/>
        </p:nvSpPr>
        <p:spPr>
          <a:xfrm>
            <a:off x="4650840" y="6088320"/>
            <a:ext cx="3504960" cy="81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3e3d2d"/>
                </a:solidFill>
                <a:latin typeface="Century Gothic"/>
              </a:rPr>
              <a:t>Pulse para editar el formato de texto </a:t>
            </a:r>
            <a:r>
              <a:rPr b="0" lang="es-ES" sz="2400" spc="-1" strike="noStrike">
                <a:solidFill>
                  <a:srgbClr val="3e3d2d"/>
                </a:solidFill>
                <a:latin typeface="Century Gothic"/>
              </a:rPr>
              <a:t>del esquema</a:t>
            </a:r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Segundo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3e3d2d"/>
                </a:solidFill>
                <a:latin typeface="Century Gothic"/>
              </a:rPr>
              <a:t>Tercer nivel del esquema</a:t>
            </a:r>
            <a:endParaRPr b="0" lang="es-ES" sz="1800" spc="-1" strike="noStrike">
              <a:solidFill>
                <a:srgbClr val="3e3d2d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3e3d2d"/>
                </a:solidFill>
                <a:latin typeface="Century Gothic"/>
              </a:rPr>
              <a:t>Cuarto nivel del esquema</a:t>
            </a:r>
            <a:endParaRPr b="0" lang="es-ES" sz="1600" spc="-1" strike="noStrike">
              <a:solidFill>
                <a:srgbClr val="3e3d2d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Quinto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Sexto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Séptimo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a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41"/>
          <p:cNvGrpSpPr/>
          <p:nvPr/>
        </p:nvGrpSpPr>
        <p:grpSpPr>
          <a:xfrm>
            <a:off x="-567360" y="0"/>
            <a:ext cx="10458360" cy="7116480"/>
            <a:chOff x="-567360" y="0"/>
            <a:chExt cx="10458360" cy="7116480"/>
          </a:xfrm>
        </p:grpSpPr>
        <p:grpSp>
          <p:nvGrpSpPr>
            <p:cNvPr id="127" name="Group 44"/>
            <p:cNvGrpSpPr/>
            <p:nvPr/>
          </p:nvGrpSpPr>
          <p:grpSpPr>
            <a:xfrm>
              <a:off x="77760" y="0"/>
              <a:ext cx="9144000" cy="6858000"/>
              <a:chOff x="77760" y="0"/>
              <a:chExt cx="9144000" cy="6858000"/>
            </a:xfrm>
          </p:grpSpPr>
          <p:grpSp>
            <p:nvGrpSpPr>
              <p:cNvPr id="128" name="Group 4"/>
              <p:cNvGrpSpPr/>
              <p:nvPr/>
            </p:nvGrpSpPr>
            <p:grpSpPr>
              <a:xfrm>
                <a:off x="77760" y="0"/>
                <a:ext cx="2514240" cy="6857640"/>
                <a:chOff x="77760" y="0"/>
                <a:chExt cx="2514240" cy="6857640"/>
              </a:xfrm>
            </p:grpSpPr>
            <p:sp>
              <p:nvSpPr>
                <p:cNvPr id="129" name="Rectangle 112"/>
                <p:cNvSpPr/>
                <p:nvPr/>
              </p:nvSpPr>
              <p:spPr>
                <a:xfrm>
                  <a:off x="99216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0" name="Rectangle 2"/>
                <p:cNvSpPr/>
                <p:nvPr/>
              </p:nvSpPr>
              <p:spPr>
                <a:xfrm>
                  <a:off x="7776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1" name="Rectangle 3"/>
                <p:cNvSpPr/>
                <p:nvPr/>
              </p:nvSpPr>
              <p:spPr>
                <a:xfrm>
                  <a:off x="30636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132" name="Group 5"/>
              <p:cNvGrpSpPr/>
              <p:nvPr/>
            </p:nvGrpSpPr>
            <p:grpSpPr>
              <a:xfrm>
                <a:off x="500400" y="0"/>
                <a:ext cx="2514240" cy="6857640"/>
                <a:chOff x="500400" y="0"/>
                <a:chExt cx="2514240" cy="6857640"/>
              </a:xfrm>
            </p:grpSpPr>
            <p:sp>
              <p:nvSpPr>
                <p:cNvPr id="133" name="Rectangle 109"/>
                <p:cNvSpPr/>
                <p:nvPr/>
              </p:nvSpPr>
              <p:spPr>
                <a:xfrm>
                  <a:off x="141480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4" name="Rectangle 110"/>
                <p:cNvSpPr/>
                <p:nvPr/>
              </p:nvSpPr>
              <p:spPr>
                <a:xfrm>
                  <a:off x="50040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5" name="Rectangle 111"/>
                <p:cNvSpPr/>
                <p:nvPr/>
              </p:nvSpPr>
              <p:spPr>
                <a:xfrm>
                  <a:off x="72900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136" name="Group 9"/>
              <p:cNvGrpSpPr/>
              <p:nvPr/>
            </p:nvGrpSpPr>
            <p:grpSpPr>
              <a:xfrm>
                <a:off x="6707520" y="360"/>
                <a:ext cx="2514240" cy="6857640"/>
                <a:chOff x="6707520" y="360"/>
                <a:chExt cx="2514240" cy="6857640"/>
              </a:xfrm>
            </p:grpSpPr>
            <p:sp>
              <p:nvSpPr>
                <p:cNvPr id="137" name="Rectangle 106"/>
                <p:cNvSpPr/>
                <p:nvPr/>
              </p:nvSpPr>
              <p:spPr>
                <a:xfrm rot="10800000">
                  <a:off x="6707520" y="36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8" name="Rectangle 107"/>
                <p:cNvSpPr/>
                <p:nvPr/>
              </p:nvSpPr>
              <p:spPr>
                <a:xfrm rot="10800000">
                  <a:off x="8764920" y="36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39" name="Rectangle 108"/>
                <p:cNvSpPr/>
                <p:nvPr/>
              </p:nvSpPr>
              <p:spPr>
                <a:xfrm rot="10800000">
                  <a:off x="8231400" y="36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40" name="Rectangle 103"/>
              <p:cNvSpPr/>
              <p:nvPr/>
            </p:nvSpPr>
            <p:spPr>
              <a:xfrm>
                <a:off x="3887640" y="0"/>
                <a:ext cx="28191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1" name="Rectangle 104"/>
              <p:cNvSpPr/>
              <p:nvPr/>
            </p:nvSpPr>
            <p:spPr>
              <a:xfrm>
                <a:off x="2973240" y="0"/>
                <a:ext cx="45684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" name="Rectangle 105"/>
              <p:cNvSpPr/>
              <p:nvPr/>
            </p:nvSpPr>
            <p:spPr>
              <a:xfrm>
                <a:off x="3201840" y="0"/>
                <a:ext cx="7617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43" name="Freeform 43"/>
            <p:cNvSpPr/>
            <p:nvPr/>
          </p:nvSpPr>
          <p:spPr>
            <a:xfrm>
              <a:off x="65880" y="5034960"/>
              <a:ext cx="9143640" cy="1175400"/>
            </a:xfrm>
            <a:custGeom>
              <a:avLst/>
              <a:gdLst/>
              <a:ahLst/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4" name="Freeform 44"/>
            <p:cNvSpPr/>
            <p:nvPr/>
          </p:nvSpPr>
          <p:spPr>
            <a:xfrm>
              <a:off x="65880" y="3467520"/>
              <a:ext cx="9143640" cy="890280"/>
            </a:xfrm>
            <a:custGeom>
              <a:avLst/>
              <a:gdLst/>
              <a:ahLst/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5" name="Freeform 45"/>
            <p:cNvSpPr/>
            <p:nvPr/>
          </p:nvSpPr>
          <p:spPr>
            <a:xfrm>
              <a:off x="54000" y="5640840"/>
              <a:ext cx="3004200" cy="1211040"/>
            </a:xfrm>
            <a:custGeom>
              <a:avLst/>
              <a:gdLst/>
              <a:ahLst/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6" name="Freeform 46"/>
            <p:cNvSpPr/>
            <p:nvPr/>
          </p:nvSpPr>
          <p:spPr>
            <a:xfrm>
              <a:off x="65880" y="5284440"/>
              <a:ext cx="9143640" cy="1478160"/>
            </a:xfrm>
            <a:custGeom>
              <a:avLst/>
              <a:gdLst/>
              <a:ahLst/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7" name="Freeform 48"/>
            <p:cNvSpPr/>
            <p:nvPr/>
          </p:nvSpPr>
          <p:spPr>
            <a:xfrm>
              <a:off x="2215080" y="5132160"/>
              <a:ext cx="6982200" cy="1719720"/>
            </a:xfrm>
            <a:custGeom>
              <a:avLst/>
              <a:gdLst/>
              <a:ahLst/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8" name="Hexagon 49"/>
            <p:cNvSpPr/>
            <p:nvPr/>
          </p:nvSpPr>
          <p:spPr>
            <a:xfrm rot="1800000">
              <a:off x="307368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9" name="Hexagon 50"/>
            <p:cNvSpPr/>
            <p:nvPr/>
          </p:nvSpPr>
          <p:spPr>
            <a:xfrm rot="1800000">
              <a:off x="379764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0" name="Hexagon 51"/>
            <p:cNvSpPr/>
            <p:nvPr/>
          </p:nvSpPr>
          <p:spPr>
            <a:xfrm rot="1800000">
              <a:off x="3807360" y="15922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1" name="Hexagon 52"/>
            <p:cNvSpPr/>
            <p:nvPr/>
          </p:nvSpPr>
          <p:spPr>
            <a:xfrm rot="1800000">
              <a:off x="3054600" y="3254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2" name="Hexagon 53"/>
            <p:cNvSpPr/>
            <p:nvPr/>
          </p:nvSpPr>
          <p:spPr>
            <a:xfrm rot="1800000">
              <a:off x="4540680" y="53830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3" name="Freeform 54"/>
            <p:cNvSpPr/>
            <p:nvPr/>
          </p:nvSpPr>
          <p:spPr>
            <a:xfrm rot="1800000">
              <a:off x="-304560" y="4201200"/>
              <a:ext cx="1261080" cy="1387800"/>
            </a:xfrm>
            <a:custGeom>
              <a:avLst/>
              <a:gdLst/>
              <a:ahLst/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4" name="Hexagon 55"/>
            <p:cNvSpPr/>
            <p:nvPr/>
          </p:nvSpPr>
          <p:spPr>
            <a:xfrm rot="1800000">
              <a:off x="101880" y="54021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5" name="Hexagon 56"/>
            <p:cNvSpPr/>
            <p:nvPr/>
          </p:nvSpPr>
          <p:spPr>
            <a:xfrm rot="1800000">
              <a:off x="130680" y="284940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6" name="Hexagon 57"/>
            <p:cNvSpPr/>
            <p:nvPr/>
          </p:nvSpPr>
          <p:spPr>
            <a:xfrm rot="1800000">
              <a:off x="85428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7" name="Hexagon 58"/>
            <p:cNvSpPr/>
            <p:nvPr/>
          </p:nvSpPr>
          <p:spPr>
            <a:xfrm rot="1800000">
              <a:off x="1587960" y="54115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8" name="Hexagon 59"/>
            <p:cNvSpPr/>
            <p:nvPr/>
          </p:nvSpPr>
          <p:spPr>
            <a:xfrm rot="1800000">
              <a:off x="160704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9" name="Hexagon 94"/>
            <p:cNvSpPr/>
            <p:nvPr/>
          </p:nvSpPr>
          <p:spPr>
            <a:xfrm rot="1800000">
              <a:off x="873360" y="1563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0" name="Hexagon 95"/>
            <p:cNvSpPr/>
            <p:nvPr/>
          </p:nvSpPr>
          <p:spPr>
            <a:xfrm rot="1800000">
              <a:off x="6883920" y="41446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1" name="Hexagon 96"/>
            <p:cNvSpPr/>
            <p:nvPr/>
          </p:nvSpPr>
          <p:spPr>
            <a:xfrm rot="1800000">
              <a:off x="7626600" y="54212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2" name="Hexagon 97"/>
            <p:cNvSpPr/>
            <p:nvPr/>
          </p:nvSpPr>
          <p:spPr>
            <a:xfrm rot="1800000">
              <a:off x="7626600" y="2868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3" name="Freeform 98"/>
            <p:cNvSpPr/>
            <p:nvPr/>
          </p:nvSpPr>
          <p:spPr>
            <a:xfrm rot="1800000">
              <a:off x="8384040" y="4055400"/>
              <a:ext cx="1243080" cy="1387800"/>
            </a:xfrm>
            <a:custGeom>
              <a:avLst/>
              <a:gdLst/>
              <a:ahLst/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4" name="Freeform 99"/>
            <p:cNvSpPr/>
            <p:nvPr/>
          </p:nvSpPr>
          <p:spPr>
            <a:xfrm rot="1800000">
              <a:off x="8384040" y="1511280"/>
              <a:ext cx="1241640" cy="1388520"/>
            </a:xfrm>
            <a:custGeom>
              <a:avLst/>
              <a:gdLst/>
              <a:ahLst/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65" name="Rectangle 65"/>
          <p:cNvSpPr/>
          <p:nvPr/>
        </p:nvSpPr>
        <p:spPr>
          <a:xfrm>
            <a:off x="457200" y="333360"/>
            <a:ext cx="8229240" cy="618516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Rectangle 69"/>
          <p:cNvSpPr/>
          <p:nvPr/>
        </p:nvSpPr>
        <p:spPr>
          <a:xfrm>
            <a:off x="4561200" y="-21600"/>
            <a:ext cx="3678840" cy="698760"/>
          </a:xfrm>
          <a:prstGeom prst="rect">
            <a:avLst/>
          </a:prstGeom>
          <a:solidFill>
            <a:srgbClr val="f5f5f5"/>
          </a:solidFill>
          <a:ln>
            <a:solidFill>
              <a:srgbClr val="caf278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" name="Rectangle 70"/>
          <p:cNvSpPr/>
          <p:nvPr/>
        </p:nvSpPr>
        <p:spPr>
          <a:xfrm>
            <a:off x="4649040" y="-21600"/>
            <a:ext cx="3504960" cy="623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94c600"/>
                </a:solidFill>
                <a:latin typeface="Century Gothic"/>
              </a:rPr>
              <a:t>Haga clic para modificar el estilo de título del patrón</a:t>
            </a:r>
            <a:endParaRPr b="0" lang="es-E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274320">
              <a:lnSpc>
                <a:spcPct val="100000"/>
              </a:lnSpc>
              <a:spcBef>
                <a:spcPts val="479"/>
              </a:spcBef>
              <a:buClr>
                <a:srgbClr val="94c600"/>
              </a:buClr>
              <a:buSzPct val="76000"/>
              <a:buFont typeface="Wingdings 2" charset="2"/>
              <a:buChar char=""/>
            </a:pPr>
            <a:r>
              <a:rPr b="0" lang="es-ES" sz="2400" spc="-1" strike="noStrike">
                <a:solidFill>
                  <a:srgbClr val="3e3d2d"/>
                </a:solidFill>
                <a:latin typeface="Century Gothic"/>
              </a:rPr>
              <a:t>Haga clic para modificar </a:t>
            </a:r>
            <a:r>
              <a:rPr b="0" lang="es-ES" sz="2400" spc="-1" strike="noStrike">
                <a:solidFill>
                  <a:srgbClr val="3e3d2d"/>
                </a:solidFill>
                <a:latin typeface="Century Gothic"/>
              </a:rPr>
              <a:t>el estilo de texto del </a:t>
            </a:r>
            <a:r>
              <a:rPr b="0" lang="es-ES" sz="2400" spc="-1" strike="noStrike">
                <a:solidFill>
                  <a:srgbClr val="3e3d2d"/>
                </a:solidFill>
                <a:latin typeface="Century Gothic"/>
              </a:rPr>
              <a:t>patrón</a:t>
            </a:r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  <a:p>
            <a:pPr lvl="1" marL="640080" indent="-274320">
              <a:lnSpc>
                <a:spcPct val="100000"/>
              </a:lnSpc>
              <a:spcBef>
                <a:spcPts val="439"/>
              </a:spcBef>
              <a:buClr>
                <a:srgbClr val="94c600"/>
              </a:buClr>
              <a:buSzPct val="76000"/>
              <a:buFont typeface="Wingdings 2" charset="2"/>
              <a:buChar char=""/>
            </a:pPr>
            <a:r>
              <a:rPr b="0" lang="es-ES" sz="2200" spc="-1" strike="noStrike">
                <a:solidFill>
                  <a:srgbClr val="3e3d2d"/>
                </a:solidFill>
                <a:latin typeface="Century Gothic"/>
              </a:rPr>
              <a:t>Segundo nivel</a:t>
            </a:r>
            <a:endParaRPr b="0" lang="es-ES" sz="2200" spc="-1" strike="noStrike">
              <a:solidFill>
                <a:srgbClr val="3e3d2d"/>
              </a:solidFill>
              <a:latin typeface="Century Gothic"/>
            </a:endParaRPr>
          </a:p>
          <a:p>
            <a:pPr lvl="2" marL="914400" indent="-228600">
              <a:lnSpc>
                <a:spcPct val="100000"/>
              </a:lnSpc>
              <a:spcBef>
                <a:spcPts val="400"/>
              </a:spcBef>
              <a:buClr>
                <a:srgbClr val="94c600"/>
              </a:buClr>
              <a:buSzPct val="76000"/>
              <a:buFont typeface="Wingdings 2" charset="2"/>
              <a:buChar char="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Tercer nivel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3" marL="1124640" indent="-228600">
              <a:lnSpc>
                <a:spcPct val="100000"/>
              </a:lnSpc>
              <a:spcBef>
                <a:spcPts val="360"/>
              </a:spcBef>
              <a:buClr>
                <a:srgbClr val="94c600"/>
              </a:buClr>
              <a:buSzPct val="76000"/>
              <a:buFont typeface="Wingdings 2" charset="2"/>
              <a:buChar char=""/>
            </a:pPr>
            <a:r>
              <a:rPr b="0" lang="es-ES" sz="1800" spc="-1" strike="noStrike">
                <a:solidFill>
                  <a:srgbClr val="3e3d2d"/>
                </a:solidFill>
                <a:latin typeface="Century Gothic"/>
              </a:rPr>
              <a:t>Cuarto nivel</a:t>
            </a:r>
            <a:endParaRPr b="0" lang="es-ES" sz="1800" spc="-1" strike="noStrike">
              <a:solidFill>
                <a:srgbClr val="3e3d2d"/>
              </a:solidFill>
              <a:latin typeface="Century Gothic"/>
            </a:endParaRPr>
          </a:p>
          <a:p>
            <a:pPr lvl="4" marL="1325880" indent="-228600">
              <a:lnSpc>
                <a:spcPct val="100000"/>
              </a:lnSpc>
              <a:spcBef>
                <a:spcPts val="320"/>
              </a:spcBef>
              <a:buClr>
                <a:srgbClr val="94c600"/>
              </a:buClr>
              <a:buSzPct val="76000"/>
              <a:buFont typeface="Wingdings 2" charset="2"/>
              <a:buChar char=""/>
            </a:pPr>
            <a:r>
              <a:rPr b="0" lang="es-ES" sz="1600" spc="-1" strike="noStrike">
                <a:solidFill>
                  <a:srgbClr val="3e3d2d"/>
                </a:solidFill>
                <a:latin typeface="Century Gothic"/>
              </a:rPr>
              <a:t>Quinto nivel</a:t>
            </a:r>
            <a:endParaRPr b="0" lang="es-ES" sz="16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4"/>
          </p:nvPr>
        </p:nvSpPr>
        <p:spPr>
          <a:xfrm>
            <a:off x="5997240" y="2246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solidFill>
                  <a:srgbClr val="fefefe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s-ES" sz="1200" spc="-1" strike="noStrike">
                <a:solidFill>
                  <a:srgbClr val="fefefe"/>
                </a:solidFill>
                <a:latin typeface="Century Gothic"/>
              </a:rPr>
              <a:t>&lt;fecha/hora&gt;</a:t>
            </a:r>
            <a:endParaRPr b="0" lang="es-AR" sz="12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5"/>
          </p:nvPr>
        </p:nvSpPr>
        <p:spPr>
          <a:xfrm>
            <a:off x="4641480" y="5852160"/>
            <a:ext cx="3501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A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6"/>
          </p:nvPr>
        </p:nvSpPr>
        <p:spPr>
          <a:xfrm>
            <a:off x="4649040" y="224640"/>
            <a:ext cx="1331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s-ES" sz="1200" spc="-1" strike="noStrike">
                <a:solidFill>
                  <a:srgbClr val="fefefe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fld id="{9AEA587C-A0F6-48BC-BB88-0FD943D873E3}" type="slidenum">
              <a:rPr b="0" lang="es-ES" sz="1200" spc="-1" strike="noStrike">
                <a:solidFill>
                  <a:srgbClr val="fefefe"/>
                </a:solidFill>
                <a:latin typeface="Century Gothic"/>
              </a:rPr>
              <a:t>&lt;número&gt;</a:t>
            </a:fld>
            <a:endParaRPr b="0" lang="es-AR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a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roup 41"/>
          <p:cNvGrpSpPr/>
          <p:nvPr/>
        </p:nvGrpSpPr>
        <p:grpSpPr>
          <a:xfrm>
            <a:off x="-567360" y="0"/>
            <a:ext cx="10458360" cy="7116480"/>
            <a:chOff x="-567360" y="0"/>
            <a:chExt cx="10458360" cy="7116480"/>
          </a:xfrm>
        </p:grpSpPr>
        <p:grpSp>
          <p:nvGrpSpPr>
            <p:cNvPr id="210" name="Group 44"/>
            <p:cNvGrpSpPr/>
            <p:nvPr/>
          </p:nvGrpSpPr>
          <p:grpSpPr>
            <a:xfrm>
              <a:off x="77760" y="0"/>
              <a:ext cx="9144000" cy="6858000"/>
              <a:chOff x="77760" y="0"/>
              <a:chExt cx="9144000" cy="6858000"/>
            </a:xfrm>
          </p:grpSpPr>
          <p:grpSp>
            <p:nvGrpSpPr>
              <p:cNvPr id="211" name="Group 4"/>
              <p:cNvGrpSpPr/>
              <p:nvPr/>
            </p:nvGrpSpPr>
            <p:grpSpPr>
              <a:xfrm>
                <a:off x="77760" y="0"/>
                <a:ext cx="2514240" cy="6857640"/>
                <a:chOff x="77760" y="0"/>
                <a:chExt cx="2514240" cy="6857640"/>
              </a:xfrm>
            </p:grpSpPr>
            <p:sp>
              <p:nvSpPr>
                <p:cNvPr id="212" name="Rectangle 112"/>
                <p:cNvSpPr/>
                <p:nvPr/>
              </p:nvSpPr>
              <p:spPr>
                <a:xfrm>
                  <a:off x="99216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13" name="Rectangle 2"/>
                <p:cNvSpPr/>
                <p:nvPr/>
              </p:nvSpPr>
              <p:spPr>
                <a:xfrm>
                  <a:off x="7776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14" name="Rectangle 3"/>
                <p:cNvSpPr/>
                <p:nvPr/>
              </p:nvSpPr>
              <p:spPr>
                <a:xfrm>
                  <a:off x="30636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215" name="Group 5"/>
              <p:cNvGrpSpPr/>
              <p:nvPr/>
            </p:nvGrpSpPr>
            <p:grpSpPr>
              <a:xfrm>
                <a:off x="500400" y="0"/>
                <a:ext cx="2514240" cy="6857640"/>
                <a:chOff x="500400" y="0"/>
                <a:chExt cx="2514240" cy="6857640"/>
              </a:xfrm>
            </p:grpSpPr>
            <p:sp>
              <p:nvSpPr>
                <p:cNvPr id="216" name="Rectangle 109"/>
                <p:cNvSpPr/>
                <p:nvPr/>
              </p:nvSpPr>
              <p:spPr>
                <a:xfrm>
                  <a:off x="1414800" y="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17" name="Rectangle 110"/>
                <p:cNvSpPr/>
                <p:nvPr/>
              </p:nvSpPr>
              <p:spPr>
                <a:xfrm>
                  <a:off x="500400" y="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18" name="Rectangle 111"/>
                <p:cNvSpPr/>
                <p:nvPr/>
              </p:nvSpPr>
              <p:spPr>
                <a:xfrm>
                  <a:off x="729000" y="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grpSp>
            <p:nvGrpSpPr>
              <p:cNvPr id="219" name="Group 9"/>
              <p:cNvGrpSpPr/>
              <p:nvPr/>
            </p:nvGrpSpPr>
            <p:grpSpPr>
              <a:xfrm>
                <a:off x="6707520" y="360"/>
                <a:ext cx="2514240" cy="6857640"/>
                <a:chOff x="6707520" y="360"/>
                <a:chExt cx="2514240" cy="6857640"/>
              </a:xfrm>
            </p:grpSpPr>
            <p:sp>
              <p:nvSpPr>
                <p:cNvPr id="220" name="Rectangle 106"/>
                <p:cNvSpPr/>
                <p:nvPr/>
              </p:nvSpPr>
              <p:spPr>
                <a:xfrm rot="10800000">
                  <a:off x="6707520" y="360"/>
                  <a:ext cx="1599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21" name="Rectangle 107"/>
                <p:cNvSpPr/>
                <p:nvPr/>
              </p:nvSpPr>
              <p:spPr>
                <a:xfrm rot="10800000">
                  <a:off x="8764920" y="360"/>
                  <a:ext cx="45684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22" name="Rectangle 108"/>
                <p:cNvSpPr/>
                <p:nvPr/>
              </p:nvSpPr>
              <p:spPr>
                <a:xfrm rot="10800000">
                  <a:off x="8231400" y="360"/>
                  <a:ext cx="761760" cy="685764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223" name="Rectangle 103"/>
              <p:cNvSpPr/>
              <p:nvPr/>
            </p:nvSpPr>
            <p:spPr>
              <a:xfrm>
                <a:off x="3887640" y="0"/>
                <a:ext cx="28191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24" name="Rectangle 104"/>
              <p:cNvSpPr/>
              <p:nvPr/>
            </p:nvSpPr>
            <p:spPr>
              <a:xfrm>
                <a:off x="2973240" y="0"/>
                <a:ext cx="45684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25" name="Rectangle 105"/>
              <p:cNvSpPr/>
              <p:nvPr/>
            </p:nvSpPr>
            <p:spPr>
              <a:xfrm>
                <a:off x="3201840" y="0"/>
                <a:ext cx="761760" cy="685764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226" name="Freeform 43"/>
            <p:cNvSpPr/>
            <p:nvPr/>
          </p:nvSpPr>
          <p:spPr>
            <a:xfrm>
              <a:off x="65880" y="5034960"/>
              <a:ext cx="9143640" cy="1175400"/>
            </a:xfrm>
            <a:custGeom>
              <a:avLst/>
              <a:gdLst/>
              <a:ahLst/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7" name="Freeform 44"/>
            <p:cNvSpPr/>
            <p:nvPr/>
          </p:nvSpPr>
          <p:spPr>
            <a:xfrm>
              <a:off x="65880" y="3467520"/>
              <a:ext cx="9143640" cy="890280"/>
            </a:xfrm>
            <a:custGeom>
              <a:avLst/>
              <a:gdLst/>
              <a:ahLst/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8" name="Freeform 45"/>
            <p:cNvSpPr/>
            <p:nvPr/>
          </p:nvSpPr>
          <p:spPr>
            <a:xfrm>
              <a:off x="54000" y="5640840"/>
              <a:ext cx="3004200" cy="1211040"/>
            </a:xfrm>
            <a:custGeom>
              <a:avLst/>
              <a:gdLst/>
              <a:ahLst/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9" name="Freeform 46"/>
            <p:cNvSpPr/>
            <p:nvPr/>
          </p:nvSpPr>
          <p:spPr>
            <a:xfrm>
              <a:off x="65880" y="5284440"/>
              <a:ext cx="9143640" cy="1478160"/>
            </a:xfrm>
            <a:custGeom>
              <a:avLst/>
              <a:gdLst/>
              <a:ahLst/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0" name="Freeform 48"/>
            <p:cNvSpPr/>
            <p:nvPr/>
          </p:nvSpPr>
          <p:spPr>
            <a:xfrm>
              <a:off x="2215080" y="5132160"/>
              <a:ext cx="6982200" cy="1719720"/>
            </a:xfrm>
            <a:custGeom>
              <a:avLst/>
              <a:gdLst/>
              <a:ahLst/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w="6350">
              <a:solidFill>
                <a:srgbClr val="ffffff">
                  <a:alpha val="2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1" name="Hexagon 49"/>
            <p:cNvSpPr/>
            <p:nvPr/>
          </p:nvSpPr>
          <p:spPr>
            <a:xfrm rot="1800000">
              <a:off x="307368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2" name="Hexagon 50"/>
            <p:cNvSpPr/>
            <p:nvPr/>
          </p:nvSpPr>
          <p:spPr>
            <a:xfrm rot="1800000">
              <a:off x="379764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3" name="Hexagon 51"/>
            <p:cNvSpPr/>
            <p:nvPr/>
          </p:nvSpPr>
          <p:spPr>
            <a:xfrm rot="1800000">
              <a:off x="3807360" y="15922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4" name="Hexagon 52"/>
            <p:cNvSpPr/>
            <p:nvPr/>
          </p:nvSpPr>
          <p:spPr>
            <a:xfrm rot="1800000">
              <a:off x="3054600" y="3254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5" name="Hexagon 53"/>
            <p:cNvSpPr/>
            <p:nvPr/>
          </p:nvSpPr>
          <p:spPr>
            <a:xfrm rot="1800000">
              <a:off x="4540680" y="53830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6" name="Freeform 54"/>
            <p:cNvSpPr/>
            <p:nvPr/>
          </p:nvSpPr>
          <p:spPr>
            <a:xfrm rot="1800000">
              <a:off x="-304560" y="4201200"/>
              <a:ext cx="1261080" cy="1387800"/>
            </a:xfrm>
            <a:custGeom>
              <a:avLst/>
              <a:gdLst/>
              <a:ahLst/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7" name="Hexagon 55"/>
            <p:cNvSpPr/>
            <p:nvPr/>
          </p:nvSpPr>
          <p:spPr>
            <a:xfrm rot="1800000">
              <a:off x="101880" y="54021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8" name="Hexagon 56"/>
            <p:cNvSpPr/>
            <p:nvPr/>
          </p:nvSpPr>
          <p:spPr>
            <a:xfrm rot="1800000">
              <a:off x="130680" y="284940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9" name="Hexagon 57"/>
            <p:cNvSpPr/>
            <p:nvPr/>
          </p:nvSpPr>
          <p:spPr>
            <a:xfrm rot="1800000">
              <a:off x="854280" y="412596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0" name="Hexagon 58"/>
            <p:cNvSpPr/>
            <p:nvPr/>
          </p:nvSpPr>
          <p:spPr>
            <a:xfrm rot="1800000">
              <a:off x="1587960" y="54115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1" name="Hexagon 59"/>
            <p:cNvSpPr/>
            <p:nvPr/>
          </p:nvSpPr>
          <p:spPr>
            <a:xfrm rot="1800000">
              <a:off x="1607040" y="285912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2" name="Hexagon 94"/>
            <p:cNvSpPr/>
            <p:nvPr/>
          </p:nvSpPr>
          <p:spPr>
            <a:xfrm rot="1800000">
              <a:off x="873360" y="1563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3" name="Hexagon 95"/>
            <p:cNvSpPr/>
            <p:nvPr/>
          </p:nvSpPr>
          <p:spPr>
            <a:xfrm rot="1800000">
              <a:off x="6883920" y="41446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4" name="Hexagon 96"/>
            <p:cNvSpPr/>
            <p:nvPr/>
          </p:nvSpPr>
          <p:spPr>
            <a:xfrm rot="1800000">
              <a:off x="7626600" y="542124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5" name="Hexagon 97"/>
            <p:cNvSpPr/>
            <p:nvPr/>
          </p:nvSpPr>
          <p:spPr>
            <a:xfrm rot="1800000">
              <a:off x="7626600" y="2868480"/>
              <a:ext cx="1600920" cy="1387800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rgbClr val="ffffff">
                  <a:alpha val="8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6" name="Freeform 98"/>
            <p:cNvSpPr/>
            <p:nvPr/>
          </p:nvSpPr>
          <p:spPr>
            <a:xfrm rot="1800000">
              <a:off x="8384040" y="4055400"/>
              <a:ext cx="1243080" cy="1387800"/>
            </a:xfrm>
            <a:custGeom>
              <a:avLst/>
              <a:gdLst/>
              <a:ahLst/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7" name="Freeform 99"/>
            <p:cNvSpPr/>
            <p:nvPr/>
          </p:nvSpPr>
          <p:spPr>
            <a:xfrm rot="1800000">
              <a:off x="8384040" y="1511280"/>
              <a:ext cx="1241640" cy="1388520"/>
            </a:xfrm>
            <a:custGeom>
              <a:avLst/>
              <a:gdLst/>
              <a:ahLst/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noFill/>
            <a:ln w="12700">
              <a:solidFill>
                <a:srgbClr val="ffffff">
                  <a:alpha val="12000"/>
                </a:srgb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48" name="Rectangle 65"/>
          <p:cNvSpPr/>
          <p:nvPr/>
        </p:nvSpPr>
        <p:spPr>
          <a:xfrm>
            <a:off x="457200" y="333360"/>
            <a:ext cx="8229240" cy="618516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Rectangle 69"/>
          <p:cNvSpPr/>
          <p:nvPr/>
        </p:nvSpPr>
        <p:spPr>
          <a:xfrm>
            <a:off x="4561200" y="-21600"/>
            <a:ext cx="3678840" cy="698760"/>
          </a:xfrm>
          <a:prstGeom prst="rect">
            <a:avLst/>
          </a:prstGeom>
          <a:solidFill>
            <a:srgbClr val="f5f5f5"/>
          </a:solidFill>
          <a:ln>
            <a:solidFill>
              <a:srgbClr val="caf278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0" name="Rectangle 70"/>
          <p:cNvSpPr/>
          <p:nvPr/>
        </p:nvSpPr>
        <p:spPr>
          <a:xfrm>
            <a:off x="4649040" y="-21600"/>
            <a:ext cx="3504960" cy="623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94c600"/>
                </a:solidFill>
                <a:latin typeface="Century Gothic"/>
              </a:rPr>
              <a:t>Haga clic para modificar el estilo de título del patrón</a:t>
            </a:r>
            <a:endParaRPr b="0" lang="es-E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dt" idx="7"/>
          </p:nvPr>
        </p:nvSpPr>
        <p:spPr>
          <a:xfrm>
            <a:off x="5997240" y="22464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solidFill>
                  <a:srgbClr val="fefefe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s-ES" sz="1200" spc="-1" strike="noStrike">
                <a:solidFill>
                  <a:srgbClr val="fefefe"/>
                </a:solidFill>
                <a:latin typeface="Century Gothic"/>
              </a:rPr>
              <a:t>&lt;fecha/hora&gt;</a:t>
            </a:r>
            <a:endParaRPr b="0" lang="es-AR" sz="1200" spc="-1" strike="noStrike">
              <a:latin typeface="Times New Roman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ftr" idx="8"/>
          </p:nvPr>
        </p:nvSpPr>
        <p:spPr>
          <a:xfrm>
            <a:off x="4641480" y="5852160"/>
            <a:ext cx="3501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A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sldNum" idx="9"/>
          </p:nvPr>
        </p:nvSpPr>
        <p:spPr>
          <a:xfrm>
            <a:off x="4649040" y="224640"/>
            <a:ext cx="1331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s-ES" sz="1200" spc="-1" strike="noStrike">
                <a:solidFill>
                  <a:srgbClr val="fefefe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fld id="{72509245-1221-4967-B5BC-23DD49F8C2E1}" type="slidenum">
              <a:rPr b="0" lang="es-ES" sz="1200" spc="-1" strike="noStrike">
                <a:solidFill>
                  <a:srgbClr val="fefefe"/>
                </a:solidFill>
                <a:latin typeface="Century Gothic"/>
              </a:rPr>
              <a:t>&lt;número&gt;</a:t>
            </a:fld>
            <a:endParaRPr b="0" lang="es-AR" sz="1200" spc="-1" strike="noStrike">
              <a:latin typeface="Times New Roman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3e3d2d"/>
                </a:solidFill>
                <a:latin typeface="Century Gothic"/>
              </a:rPr>
              <a:t>Pulse para editar el formato de texto del esquema</a:t>
            </a:r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Segundo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3e3d2d"/>
                </a:solidFill>
                <a:latin typeface="Century Gothic"/>
              </a:rPr>
              <a:t>Tercer nivel del esquema</a:t>
            </a:r>
            <a:endParaRPr b="0" lang="es-ES" sz="1800" spc="-1" strike="noStrike">
              <a:solidFill>
                <a:srgbClr val="3e3d2d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3e3d2d"/>
                </a:solidFill>
                <a:latin typeface="Century Gothic"/>
              </a:rPr>
              <a:t>Cuarto nivel del esquema</a:t>
            </a:r>
            <a:endParaRPr b="0" lang="es-ES" sz="1600" spc="-1" strike="noStrike">
              <a:solidFill>
                <a:srgbClr val="3e3d2d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Quinto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Sexto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3e3d2d"/>
                </a:solidFill>
                <a:latin typeface="Century Gothic"/>
              </a:rPr>
              <a:t>Séptimo nivel del esquema</a:t>
            </a:r>
            <a:endParaRPr b="0" lang="es-ES" sz="2000" spc="-1" strike="noStrike">
              <a:solidFill>
                <a:srgbClr val="3e3d2d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elpradopsicologos.es/traumas-infantiles-infancia/" TargetMode="External"/><Relationship Id="rId2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9223200" cy="682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1043640" y="102780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1043640" y="2323800"/>
            <a:ext cx="6777000" cy="3508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s-ES" sz="2400" spc="-1" strike="noStrike">
              <a:solidFill>
                <a:srgbClr val="3e3d2d"/>
              </a:solidFill>
              <a:latin typeface="Century Gothic"/>
            </a:endParaRPr>
          </a:p>
        </p:txBody>
      </p:sp>
      <p:pic>
        <p:nvPicPr>
          <p:cNvPr id="295" name="Picture 2" descr=""/>
          <p:cNvPicPr/>
          <p:nvPr/>
        </p:nvPicPr>
        <p:blipFill>
          <a:blip r:embed="rId1"/>
          <a:stretch/>
        </p:blipFill>
        <p:spPr>
          <a:xfrm>
            <a:off x="539640" y="908640"/>
            <a:ext cx="7973280" cy="5472360"/>
          </a:xfrm>
          <a:prstGeom prst="rect">
            <a:avLst/>
          </a:prstGeom>
          <a:ln>
            <a:solidFill>
              <a:srgbClr val="6d92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/>
          </p:nvPr>
        </p:nvSpPr>
        <p:spPr>
          <a:xfrm>
            <a:off x="3924000" y="714240"/>
            <a:ext cx="4536000" cy="573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AR" sz="1300" spc="-1" strike="noStrike">
                <a:solidFill>
                  <a:srgbClr val="3e3d2d"/>
                </a:solidFill>
                <a:latin typeface="Bahnschrift"/>
              </a:rPr>
              <a:t>Malala es una chica de origen paquistaní conocida por ser una gran defensora de la educación femenina, así como los derechos de la mujer. Con solo 12 años comenzó a escribir en un blog cómo iba a clase de forma clandestina y a reivindicar que tenía derecho a recibir educación.</a:t>
            </a:r>
            <a:endParaRPr b="0" lang="es-ES" sz="1300" spc="-1" strike="noStrike">
              <a:solidFill>
                <a:srgbClr val="3e3d2d"/>
              </a:solidFill>
              <a:latin typeface="Century Gothic"/>
            </a:endParaRPr>
          </a:p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s-ES" sz="1400" spc="-1" strike="noStrike">
              <a:solidFill>
                <a:srgbClr val="3e3d2d"/>
              </a:solidFill>
              <a:latin typeface="Century Gothic"/>
            </a:endParaRPr>
          </a:p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AR" sz="1300" spc="-1" strike="noStrike">
                <a:solidFill>
                  <a:srgbClr val="3e3d2d"/>
                </a:solidFill>
                <a:latin typeface="Bahnschrift"/>
              </a:rPr>
              <a:t>Este hecho y los ideales por los que lucha fue lo que la llevó a querer ser asesinada por el grupo terrorista TTP en el año 2012. Le dispararon con un fusil alcanzándola en el cráneo y en el cuello.</a:t>
            </a:r>
            <a:endParaRPr b="0" lang="es-ES" sz="1300" spc="-1" strike="noStrike">
              <a:solidFill>
                <a:srgbClr val="3e3d2d"/>
              </a:solidFill>
              <a:latin typeface="Century Gothic"/>
            </a:endParaRPr>
          </a:p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AR" sz="1300" spc="-1" strike="noStrike">
                <a:solidFill>
                  <a:srgbClr val="3e3d2d"/>
                </a:solidFill>
                <a:latin typeface="Bahnschrift"/>
              </a:rPr>
              <a:t>Posteriormente, esta tuvo que someterse a varias cirugías reconstructivas, debido a las grandes heridas que sufrió, e incluso tuvieron que incorporarle una placa de titanio en el cráneo y un dispositivo auditivo en el oído izquierdo.</a:t>
            </a:r>
            <a:endParaRPr b="0" lang="es-ES" sz="1300" spc="-1" strike="noStrike">
              <a:solidFill>
                <a:srgbClr val="3e3d2d"/>
              </a:solidFill>
              <a:latin typeface="Century Gothic"/>
            </a:endParaRPr>
          </a:p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AR" sz="1300" spc="-1" strike="noStrike">
                <a:solidFill>
                  <a:srgbClr val="3e3d2d"/>
                </a:solidFill>
                <a:latin typeface="Bahnschrift"/>
              </a:rPr>
              <a:t>Meses después de su intento de asesinato, fue dada de alta y siguió con la rehabilitación.</a:t>
            </a:r>
            <a:endParaRPr b="0" lang="es-ES" sz="1300" spc="-1" strike="noStrike">
              <a:solidFill>
                <a:srgbClr val="3e3d2d"/>
              </a:solidFill>
              <a:latin typeface="Century Gothic"/>
            </a:endParaRPr>
          </a:p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s-ES" sz="1400" spc="-1" strike="noStrike">
              <a:solidFill>
                <a:srgbClr val="3e3d2d"/>
              </a:solidFill>
              <a:latin typeface="Century Gothic"/>
            </a:endParaRPr>
          </a:p>
          <a:p>
            <a:pPr marL="6876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s-AR" sz="1300" spc="-1" strike="noStrike">
                <a:solidFill>
                  <a:srgbClr val="3e3d2d"/>
                </a:solidFill>
                <a:latin typeface="Bahnschrift"/>
              </a:rPr>
              <a:t>Su intento de asesinato no hizo que Malala se detuviera y continuó formándose y luchando por los derechos de las mujeres a la educación. En el año 2013, fue nominada al Premio Nobel de la Paz siendo la mujer más joven de la historia, ya que por aquel entonces, solo tenía 16 años. </a:t>
            </a:r>
            <a:endParaRPr b="0" lang="es-ES" sz="1300" spc="-1" strike="noStrike">
              <a:solidFill>
                <a:srgbClr val="3e3d2d"/>
              </a:solidFill>
              <a:latin typeface="Century Gothic"/>
            </a:endParaRPr>
          </a:p>
        </p:txBody>
      </p:sp>
      <p:pic>
        <p:nvPicPr>
          <p:cNvPr id="297" name="Picture 2" descr="Malala Yousafzai, una niña pakistaní que lucha por el acceso a la educación  - Revista Esfinge"/>
          <p:cNvPicPr/>
          <p:nvPr/>
        </p:nvPicPr>
        <p:blipFill>
          <a:blip r:embed="rId1"/>
          <a:stretch/>
        </p:blipFill>
        <p:spPr>
          <a:xfrm>
            <a:off x="827640" y="1845000"/>
            <a:ext cx="2903760" cy="292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3 CuadroTexto"/>
          <p:cNvSpPr/>
          <p:nvPr/>
        </p:nvSpPr>
        <p:spPr>
          <a:xfrm>
            <a:off x="971640" y="836640"/>
            <a:ext cx="7416360" cy="47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s-AR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b050"/>
                </a:solidFill>
                <a:latin typeface="Arial"/>
              </a:rPr>
              <a:t>¿Por qué creés que la historia de Malala es un ejemplo de RESILIENCIA?</a:t>
            </a:r>
            <a:endParaRPr b="0" lang="es-AR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s-AR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00b050"/>
                </a:solidFill>
                <a:latin typeface="Arial"/>
              </a:rPr>
              <a:t>¿Por qué crees que ella pudo salir adelante y otras en la misma situación no pudieron?</a:t>
            </a:r>
            <a:endParaRPr b="0" lang="es-AR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907640" y="548640"/>
            <a:ext cx="572832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2000"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fea022"/>
                </a:solidFill>
                <a:latin typeface="Bookman Old Style"/>
              </a:rPr>
              <a:t>¿Qué es la Resiliencia?</a:t>
            </a:r>
            <a:endParaRPr b="0" lang="es-E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1115640" y="2205000"/>
            <a:ext cx="6776640" cy="3771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000"/>
          </a:bodyPr>
          <a:p>
            <a:pPr marL="343080" indent="-274320">
              <a:lnSpc>
                <a:spcPct val="100000"/>
              </a:lnSpc>
              <a:spcBef>
                <a:spcPts val="641"/>
              </a:spcBef>
              <a:buClr>
                <a:srgbClr val="94c600"/>
              </a:buClr>
              <a:buSzPct val="76000"/>
              <a:buFont typeface="Wingdings" charset="2"/>
              <a:buChar char=""/>
            </a:pPr>
            <a:r>
              <a:rPr b="0" lang="es-ES" sz="3200" spc="-1" strike="noStrike">
                <a:solidFill>
                  <a:srgbClr val="bf4d00"/>
                </a:solidFill>
                <a:latin typeface="Bookman Old Style"/>
              </a:rPr>
              <a:t>La capacidad humana de asumir con flexibilidad situaciones límite y sobreponerse a ellas</a:t>
            </a:r>
            <a:endParaRPr b="0" lang="es-ES" sz="3200" spc="-1" strike="noStrike">
              <a:solidFill>
                <a:srgbClr val="3e3d2d"/>
              </a:solidFill>
              <a:latin typeface="Century Gothic"/>
            </a:endParaRPr>
          </a:p>
          <a:p>
            <a:pPr marL="343080" indent="-274320" algn="ctr">
              <a:lnSpc>
                <a:spcPct val="100000"/>
              </a:lnSpc>
              <a:spcBef>
                <a:spcPts val="641"/>
              </a:spcBef>
              <a:buClr>
                <a:srgbClr val="94c600"/>
              </a:buClr>
              <a:buSzPct val="76000"/>
              <a:buFont typeface="Wingdings" charset="2"/>
              <a:buChar char=""/>
            </a:pPr>
            <a:r>
              <a:rPr b="0" lang="es-ES" sz="3200" spc="-1" strike="noStrike">
                <a:solidFill>
                  <a:srgbClr val="bf4d00"/>
                </a:solidFill>
                <a:latin typeface="Bookman Old Style"/>
              </a:rPr>
              <a:t>En psicología añadimos algo más al concepto de Resiliencia: no sólo gracias a ella somos capaces de afrontar las crisis o </a:t>
            </a:r>
            <a:r>
              <a:rPr b="0" lang="es-ES" sz="3200" spc="-1" strike="noStrike" u="sng">
                <a:solidFill>
                  <a:srgbClr val="ac6100"/>
                </a:solidFill>
                <a:uFillTx/>
                <a:latin typeface="Bookman Old Style"/>
                <a:hlinkClick r:id="rId1"/>
              </a:rPr>
              <a:t>situaciones potencialmente traumáticas</a:t>
            </a:r>
            <a:r>
              <a:rPr b="0" lang="es-ES" sz="3200" spc="-1" strike="noStrike">
                <a:solidFill>
                  <a:srgbClr val="bf4d00"/>
                </a:solidFill>
                <a:latin typeface="Bookman Old Style"/>
              </a:rPr>
              <a:t>sino que también podemos </a:t>
            </a:r>
            <a:r>
              <a:rPr b="0" lang="es-ES" sz="3200" spc="-1" strike="noStrike" u="sng">
                <a:solidFill>
                  <a:srgbClr val="bf4d00"/>
                </a:solidFill>
                <a:uFillTx/>
                <a:latin typeface="Bookman Old Style"/>
              </a:rPr>
              <a:t>salir fortalecidos</a:t>
            </a:r>
            <a:r>
              <a:rPr b="0" lang="es-ES" sz="3200" spc="-1" strike="noStrike">
                <a:solidFill>
                  <a:srgbClr val="bf4d00"/>
                </a:solidFill>
                <a:latin typeface="Bookman Old Style"/>
              </a:rPr>
              <a:t> de ellas.</a:t>
            </a:r>
            <a:endParaRPr b="0" lang="es-ES" sz="3200" spc="-1" strike="noStrike">
              <a:solidFill>
                <a:srgbClr val="3e3d2d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2" descr=""/>
          <p:cNvPicPr/>
          <p:nvPr/>
        </p:nvPicPr>
        <p:blipFill>
          <a:blip r:embed="rId1"/>
          <a:stretch/>
        </p:blipFill>
        <p:spPr>
          <a:xfrm>
            <a:off x="395640" y="379800"/>
            <a:ext cx="8281440" cy="6289200"/>
          </a:xfrm>
          <a:prstGeom prst="rect">
            <a:avLst/>
          </a:prstGeom>
          <a:ln w="0">
            <a:noFill/>
          </a:ln>
        </p:spPr>
      </p:pic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023840" y="549036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s-ES" sz="4400" spc="-1" strike="noStrike">
                <a:solidFill>
                  <a:srgbClr val="94c600"/>
                </a:solidFill>
                <a:latin typeface="Arial"/>
              </a:rPr>
              <a:t>Resiliente… </a:t>
            </a:r>
            <a:br>
              <a:rPr sz="4400"/>
            </a:br>
            <a:r>
              <a:rPr b="0" i="1" lang="es-ES" sz="4400" spc="-1" strike="noStrike">
                <a:solidFill>
                  <a:srgbClr val="94c600"/>
                </a:solidFill>
                <a:latin typeface="Arial"/>
              </a:rPr>
              <a:t>¿Se nace o se hace?</a:t>
            </a:r>
            <a:endParaRPr b="0" lang="es-ES" sz="44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/>
          </p:nvPr>
        </p:nvSpPr>
        <p:spPr>
          <a:xfrm>
            <a:off x="1115640" y="1196640"/>
            <a:ext cx="6777000" cy="453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274320" algn="ctr">
              <a:lnSpc>
                <a:spcPct val="100000"/>
              </a:lnSpc>
              <a:spcBef>
                <a:spcPts val="799"/>
              </a:spcBef>
              <a:buClr>
                <a:srgbClr val="94c600"/>
              </a:buClr>
              <a:buSzPct val="76000"/>
              <a:buFont typeface="Wingdings" charset="2"/>
              <a:buChar char=""/>
            </a:pPr>
            <a:r>
              <a:rPr b="1" lang="es-ES" sz="4000" spc="-1" strike="noStrike">
                <a:solidFill>
                  <a:srgbClr val="803400"/>
                </a:solidFill>
                <a:latin typeface="Bookman Old Style"/>
              </a:rPr>
              <a:t>No es una característica con la que nacen ciertos niños, sino un conjunto de procesos sociales e intrapsíquicos.</a:t>
            </a:r>
            <a:endParaRPr b="0" lang="es-ES" sz="4000" spc="-1" strike="noStrike">
              <a:solidFill>
                <a:srgbClr val="3e3d2d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475640" y="404640"/>
            <a:ext cx="702432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s-ES" sz="4000" spc="-1" strike="noStrike">
                <a:solidFill>
                  <a:srgbClr val="fea022"/>
                </a:solidFill>
                <a:latin typeface="Bookman Old Style"/>
              </a:rPr>
              <a:t>Enfoque de la Resiliencia</a:t>
            </a:r>
            <a:endParaRPr b="0" lang="es-E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1331640" y="1700640"/>
            <a:ext cx="6777000" cy="4905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6876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" sz="3200" spc="-1" strike="noStrike">
                <a:solidFill>
                  <a:srgbClr val="803400"/>
                </a:solidFill>
                <a:latin typeface="Bookman Old Style"/>
              </a:rPr>
              <a:t>La promoción de la </a:t>
            </a:r>
            <a:r>
              <a:rPr b="0" lang="es-ES" sz="2800" spc="-1" strike="noStrike">
                <a:solidFill>
                  <a:srgbClr val="803400"/>
                </a:solidFill>
                <a:latin typeface="Bookman Old Style"/>
              </a:rPr>
              <a:t>RESILIENCIA</a:t>
            </a:r>
            <a:r>
              <a:rPr b="0" lang="es-ES" sz="3200" spc="-1" strike="noStrike">
                <a:solidFill>
                  <a:srgbClr val="803400"/>
                </a:solidFill>
                <a:latin typeface="Bookman Old Style"/>
              </a:rPr>
              <a:t> es un enfoque que destaca la enseñanza individualizada y personalizada, que RECONOCE a cada alumno como alguien ÚNICO y VALIOSO, que se apoya en las características POSITIVAS, en lo que el alumno tiene y puede optimizar.</a:t>
            </a:r>
            <a:endParaRPr b="0" lang="es-ES" sz="3200" spc="-1" strike="noStrike">
              <a:solidFill>
                <a:srgbClr val="3e3d2d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971640" y="1340640"/>
            <a:ext cx="7344720" cy="613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47000"/>
          </a:bodyPr>
          <a:p>
            <a:pPr algn="ctr">
              <a:lnSpc>
                <a:spcPct val="100000"/>
              </a:lnSpc>
              <a:buNone/>
            </a:pPr>
            <a:r>
              <a:rPr b="1" lang="es-ES" sz="4000" spc="-1" strike="noStrike">
                <a:solidFill>
                  <a:srgbClr val="fea022"/>
                </a:solidFill>
                <a:latin typeface="Arial"/>
              </a:rPr>
              <a:t>¿Cómo es alguien RESILIENTE? ¿Qué cualidades debe tener?</a:t>
            </a:r>
            <a:endParaRPr b="0" lang="es-ES" sz="40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307" name="Picture 2" descr=""/>
          <p:cNvPicPr/>
          <p:nvPr/>
        </p:nvPicPr>
        <p:blipFill>
          <a:blip r:embed="rId1"/>
          <a:stretch/>
        </p:blipFill>
        <p:spPr>
          <a:xfrm>
            <a:off x="2195640" y="2853000"/>
            <a:ext cx="4903560" cy="3658680"/>
          </a:xfrm>
          <a:prstGeom prst="rect">
            <a:avLst/>
          </a:prstGeom>
          <a:ln w="0">
            <a:noFill/>
          </a:ln>
        </p:spPr>
      </p:pic>
      <p:sp>
        <p:nvSpPr>
          <p:cNvPr id="308" name="3 CuadroTexto"/>
          <p:cNvSpPr/>
          <p:nvPr/>
        </p:nvSpPr>
        <p:spPr>
          <a:xfrm>
            <a:off x="1187640" y="2041560"/>
            <a:ext cx="4248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1) Autoestima consistente</a:t>
            </a:r>
            <a:endParaRPr b="0" lang="es-A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3 CuadroTexto"/>
          <p:cNvSpPr/>
          <p:nvPr/>
        </p:nvSpPr>
        <p:spPr>
          <a:xfrm>
            <a:off x="1187640" y="1340640"/>
            <a:ext cx="42480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2) Convivencia positiva, asertividad, altruismo</a:t>
            </a:r>
            <a:endParaRPr b="0" lang="es-AR" sz="2000" spc="-1" strike="noStrike">
              <a:latin typeface="Arial"/>
            </a:endParaRPr>
          </a:p>
        </p:txBody>
      </p:sp>
      <p:pic>
        <p:nvPicPr>
          <p:cNvPr id="310" name="Picture 2" descr=""/>
          <p:cNvPicPr/>
          <p:nvPr/>
        </p:nvPicPr>
        <p:blipFill>
          <a:blip r:embed="rId1"/>
          <a:stretch/>
        </p:blipFill>
        <p:spPr>
          <a:xfrm>
            <a:off x="1691640" y="2637000"/>
            <a:ext cx="5724000" cy="340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3 CuadroTexto"/>
          <p:cNvSpPr/>
          <p:nvPr/>
        </p:nvSpPr>
        <p:spPr>
          <a:xfrm>
            <a:off x="1043640" y="1340640"/>
            <a:ext cx="68403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3) Flexibilidad del pensamiento y creatividad. Habilidad para resolver situaciones problemáticas</a:t>
            </a:r>
            <a:r>
              <a:rPr b="1" lang="es-ES" sz="2000" spc="-1" strike="noStrike">
                <a:solidFill>
                  <a:srgbClr val="000000"/>
                </a:solidFill>
                <a:latin typeface="Century Gothic"/>
              </a:rPr>
              <a:t>.</a:t>
            </a:r>
            <a:endParaRPr b="0" lang="es-AR" sz="2000" spc="-1" strike="noStrike">
              <a:latin typeface="Arial"/>
            </a:endParaRPr>
          </a:p>
        </p:txBody>
      </p:sp>
      <p:pic>
        <p:nvPicPr>
          <p:cNvPr id="312" name="Picture 3" descr=""/>
          <p:cNvPicPr/>
          <p:nvPr/>
        </p:nvPicPr>
        <p:blipFill>
          <a:blip r:embed="rId1"/>
          <a:srcRect l="5980" t="19841" r="2582" b="19660"/>
          <a:stretch/>
        </p:blipFill>
        <p:spPr>
          <a:xfrm>
            <a:off x="683640" y="3141000"/>
            <a:ext cx="4358880" cy="2571120"/>
          </a:xfrm>
          <a:prstGeom prst="rect">
            <a:avLst/>
          </a:prstGeom>
          <a:ln w="0">
            <a:noFill/>
          </a:ln>
        </p:spPr>
      </p:pic>
      <p:pic>
        <p:nvPicPr>
          <p:cNvPr id="313" name="Picture 4" descr=""/>
          <p:cNvPicPr/>
          <p:nvPr/>
        </p:nvPicPr>
        <p:blipFill>
          <a:blip r:embed="rId2"/>
          <a:stretch/>
        </p:blipFill>
        <p:spPr>
          <a:xfrm>
            <a:off x="5292000" y="2493000"/>
            <a:ext cx="3389040" cy="338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3 CuadroTexto"/>
          <p:cNvSpPr/>
          <p:nvPr/>
        </p:nvSpPr>
        <p:spPr>
          <a:xfrm>
            <a:off x="971640" y="1556640"/>
            <a:ext cx="4248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4) Confianza en sí mismo</a:t>
            </a:r>
            <a:endParaRPr b="0" lang="es-AR" sz="2000" spc="-1" strike="noStrike">
              <a:latin typeface="Arial"/>
            </a:endParaRPr>
          </a:p>
        </p:txBody>
      </p:sp>
      <p:pic>
        <p:nvPicPr>
          <p:cNvPr id="315" name="Picture 2" descr="Resultado de imagen para no puedo"/>
          <p:cNvPicPr/>
          <p:nvPr/>
        </p:nvPicPr>
        <p:blipFill>
          <a:blip r:embed="rId1"/>
          <a:stretch/>
        </p:blipFill>
        <p:spPr>
          <a:xfrm>
            <a:off x="539640" y="2349000"/>
            <a:ext cx="8096040" cy="38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3 CuadroTexto"/>
          <p:cNvSpPr/>
          <p:nvPr/>
        </p:nvSpPr>
        <p:spPr>
          <a:xfrm>
            <a:off x="827640" y="1772640"/>
            <a:ext cx="7272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5) Iniciativa y capacidad de aprender de sus errores.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317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9" name="Picture 6" descr="Resultado de imagen para iniciativa"/>
          <p:cNvPicPr/>
          <p:nvPr/>
        </p:nvPicPr>
        <p:blipFill>
          <a:blip r:embed="rId1"/>
          <a:stretch/>
        </p:blipFill>
        <p:spPr>
          <a:xfrm>
            <a:off x="2483640" y="2565000"/>
            <a:ext cx="396000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3 CuadroTexto"/>
          <p:cNvSpPr/>
          <p:nvPr/>
        </p:nvSpPr>
        <p:spPr>
          <a:xfrm>
            <a:off x="899640" y="3173040"/>
            <a:ext cx="4248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6) Sentido del Humor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321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3" name="Picture 6" descr="Resultado de imagen para sentido del humor"/>
          <p:cNvPicPr/>
          <p:nvPr/>
        </p:nvPicPr>
        <p:blipFill>
          <a:blip r:embed="rId1"/>
          <a:stretch/>
        </p:blipFill>
        <p:spPr>
          <a:xfrm>
            <a:off x="4284000" y="1628640"/>
            <a:ext cx="3888000" cy="388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3 CuadroTexto"/>
          <p:cNvSpPr/>
          <p:nvPr/>
        </p:nvSpPr>
        <p:spPr>
          <a:xfrm>
            <a:off x="1295640" y="1484640"/>
            <a:ext cx="62643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7) Buen manejo de las emociones (en especial de las que se consideran «negativas») y las pueden compartir…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325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AutoShape 6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AutoShape 8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AutoShape 10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AutoShape 1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AutoShape 1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AutoShape 16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AutoShape 18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AutoShape 20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5" name="Picture 22" descr="Imagen relacionada"/>
          <p:cNvPicPr/>
          <p:nvPr/>
        </p:nvPicPr>
        <p:blipFill>
          <a:blip r:embed="rId1"/>
          <a:srcRect l="0" t="26982" r="0" b="0"/>
          <a:stretch/>
        </p:blipFill>
        <p:spPr>
          <a:xfrm>
            <a:off x="1763640" y="2853000"/>
            <a:ext cx="5616360" cy="307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3 CuadroTexto"/>
          <p:cNvSpPr/>
          <p:nvPr/>
        </p:nvSpPr>
        <p:spPr>
          <a:xfrm>
            <a:off x="1259640" y="1556640"/>
            <a:ext cx="6264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ES" sz="2000" spc="-1" strike="noStrike">
                <a:solidFill>
                  <a:srgbClr val="803400"/>
                </a:solidFill>
                <a:latin typeface="Bookman Old Style"/>
              </a:rPr>
              <a:t>8) Capacidad para empatizar con el otro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337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9" name="Picture 6" descr="Resultado de imagen para empatia"/>
          <p:cNvPicPr/>
          <p:nvPr/>
        </p:nvPicPr>
        <p:blipFill>
          <a:blip r:embed="rId1"/>
          <a:stretch/>
        </p:blipFill>
        <p:spPr>
          <a:xfrm>
            <a:off x="1907640" y="2493000"/>
            <a:ext cx="5256360" cy="342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201680" y="1772640"/>
            <a:ext cx="7024320" cy="1477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s-ES" sz="3600" spc="-1" strike="noStrike">
                <a:solidFill>
                  <a:srgbClr val="fea022"/>
                </a:solidFill>
                <a:latin typeface="Bookman Old Style"/>
              </a:rPr>
              <a:t>¿Qué podemos hacer desde nuestro rol Docente?</a:t>
            </a:r>
            <a:endParaRPr b="0" lang="es-E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1201680" y="3573000"/>
            <a:ext cx="6777000" cy="201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68760" algn="ctr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803400"/>
                </a:solidFill>
                <a:latin typeface="Bookman Old Style"/>
              </a:rPr>
              <a:t>Anotá 2 ideas para nuestro trato con los chicos o dinámicas que podamos realizar en el aula que favorezcan la construcción de la RESILIENCIA</a:t>
            </a:r>
            <a:endParaRPr b="0" lang="es-ES" sz="2800" spc="-1" strike="noStrike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342" name="CuadroTexto 3"/>
          <p:cNvSpPr/>
          <p:nvPr/>
        </p:nvSpPr>
        <p:spPr>
          <a:xfrm>
            <a:off x="909720" y="1372680"/>
            <a:ext cx="5317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AR" sz="2400" spc="-1" strike="noStrike">
                <a:solidFill>
                  <a:srgbClr val="ffa466"/>
                </a:solidFill>
                <a:latin typeface="Bookman Old Style"/>
              </a:rPr>
              <a:t>Para que te quedes pensando…</a:t>
            </a:r>
            <a:endParaRPr b="0" lang="es-A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308</TotalTime>
  <Application>LibreOffice/7.3.7.2$Linux_X86_64 LibreOffice_project/30$Build-2</Application>
  <AppVersion>15.0000</AppVersion>
  <Words>321</Words>
  <Paragraphs>30</Paragraphs>
  <Company>...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2016-10-25T19:02:54Z</dcterms:created>
  <dc:creator>Tomi</dc:creator>
  <dc:description/>
  <dc:language>es-AR</dc:language>
  <cp:lastModifiedBy/>
  <dcterms:modified xsi:type="dcterms:W3CDTF">2025-09-26T19:07:52Z</dcterms:modified>
  <cp:revision>26</cp:revision>
  <dc:subject/>
  <dc:title>RESILIENCIA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i4>17</vt:i4>
  </property>
</Properties>
</file>